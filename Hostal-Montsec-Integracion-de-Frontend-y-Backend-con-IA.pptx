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riaclavero2/5.2-Hostal-Montsec.git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182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Hostal Montsec: Integración de Frontend y Backend con IA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496119" y="2488555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viaje de aprendizaje creando un sistema de reservas desde cero.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3409876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Bienvenidos a la presentación de mi proyecto. El objetivo principal ha sido crear la interfaz web (Frontend) de un hostal y conectarla a un motor robusto en Java (Backend). Todo este proceso lo he realizado asistido por Inteligencia Artificial, que ha actuado como mi 'copiloto' de programación durante esta última semana.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67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 copiloto de código: Gemini 3.1 Pro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66218"/>
            <a:ext cx="472276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Seleccioné Gemini 3.1 Pro para este desafío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Necesitaba una IA capaz de recordar múltiples archivos a la vez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Debía entender la lógica completa del proyecto sin perder el hilo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sido una herramienta vital para condensar lo que parecía un trabajo de varios meses en apenas una semana de trabajo muy intenso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9100"/>
            <a:ext cx="50164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Retos y herramientas nuevas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4468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6816" y="2190750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 de mis mayores retos fue enfrentarme a un entorno al que no estaba tan acostumbrado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0553" y="214468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1250" y="2190750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Tuve que adaptarme a usar VS Code y a lidiar con formatos nuevos como HTML y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9278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6816" y="2973958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principio, la mayor dificultad fue la incertidumbre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0553" y="29278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1250" y="2973958"/>
            <a:ext cx="352663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sabía exactamente cuánto tiempo me llevaría cada tarea ni cómo encajarían todas las piezas del puzzle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1969"/>
            <a:ext cx="500174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Seguridad: ¿Qué es un JWT?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6755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proteger la aplicación, implementamos seguridad basada en JWT (JSON Web Token). Un JWT es como la "pulsera VIP" de un festival, que te otorga acceso.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3806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02557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711500"/>
            <a:ext cx="2595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Inicio de Sesión y Verificación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018011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inicias sesión con tu usuario y contraseña, el servidor verifica quién eres.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23806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602557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711500"/>
            <a:ext cx="21540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Emisión del Token Digital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60601" y="301801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 da esta pulsera digital que actúa como tu identificación.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23806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602557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711500"/>
            <a:ext cx="17740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 Simplificado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5083" y="3018011"/>
            <a:ext cx="2622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lugar de pedirte la contraseña en cada clic, el navegador simplemente enseña la pulsera al servidor para demostrar que tienes permiso.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2400"/>
            <a:ext cx="50700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Endpoints y Sistema de Roles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48904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804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86955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 la web y el servidor en Java hablen, usamos los "Endpoints". Podemos imaginarlos como ventanillas de atención al cliente.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48904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4804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 Roles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786955"/>
            <a:ext cx="3987329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vas como usuario normal (ROLE_USER), el servidor solo te da tus propias reservas por privacidad. Si vas con la acreditación del jefe (ROLE_ADMIN), el servidor te da acceso al panel de gestión con las reservas de todos los clientes.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3842"/>
            <a:ext cx="65821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Mesas inteligentes y pagos simulados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4034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Refinamos mucho la lógica de negocio para hacerla más realista: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266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9287" y="175319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6816" y="1775296"/>
            <a:ext cx="2754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Selección de Mesas Optimizada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56816" y="2081808"/>
            <a:ext cx="35265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lugar de que el cliente adivine qué mesa está libre, el servidor busca y ordena las mesas por capacidad.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0553" y="17266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722" y="175319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21250" y="1775296"/>
            <a:ext cx="20157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Asignación Automática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1250" y="2081808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Auto-asigna la mejor opción disponible automáticamente.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4576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287" y="307233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6816" y="3094434"/>
            <a:ext cx="19349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Modal de Pago Seguro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6816" y="3400946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Añadimos un modal de pago seguro que simula pedir la tarjeta.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0553" y="304576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3722" y="307233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21250" y="3094434"/>
            <a:ext cx="352663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Penalización Automática por Cancelación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1250" y="3622402"/>
            <a:ext cx="352663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administrador cancela una reserva con menos de 24 horas de antelación, el sistema aplica automáticamente una penalización simulada de 20€ por persona.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99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Reflexión final…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1251570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244501"/>
            <a:ext cx="7691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Trabajar con IA no es simplemente "darle a un botón mágico", hay que saber muy bien y expresar de forma muy detallada que es lo que se quiere hacer exactamente y lo más difícil, lo que no…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1988716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6816" y="1981646"/>
            <a:ext cx="7691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 que más orgulloso me siento es de haber sabido focalizarme en que era lo esencial y de ahí desarrollando hacía todo lo que lo complementaba.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2725862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718792"/>
            <a:ext cx="7691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 ha gustado mucho este proyecto porque he puesto  mis conocimientos previos de programación para guiar a la IA y y los he visto aplicados en algo "real" y específico como es la creación de esta web en particular.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250" y="3463007"/>
            <a:ext cx="212601" cy="212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56816" y="3455938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sido interesante entender dónde estaban los fallos en la lógica de la API al pasar al frontend.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250" y="4178871"/>
            <a:ext cx="212601" cy="21260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56816" y="4171801"/>
            <a:ext cx="7691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Darle a la herramienta las directrices exactas y el contexto adecuado fue la clave real para obtener los resultados técnicos que necesitaba.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962001" y="1715988"/>
            <a:ext cx="52199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¡Gracias por vuestra atención!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371576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este trabajo está subido, abierto y organizado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Incluye el código Frontend, el Backend en Spring Boot y la documentación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Podéis revisar el código fuente del proyecto completo en mi repositorio de GitHub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Enlace: </a:t>
            </a:r>
            <a:pPr algn="l" indent="0" marL="0">
              <a:lnSpc>
                <a:spcPts val="1750"/>
              </a:lnSpc>
              <a:buNone/>
            </a:pPr>
            <a:r>
              <a:rPr lang="en-US" sz="11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https://github.com/adriaclavero2/5.2-Hostal-Montsec.git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2026-05-05T09:10:00Z</dcterms:created>
  <dcterms:modified xsi:type="dcterms:W3CDTF">2026-05-05T09:10:00Z</dcterms:modified>
</cp:coreProperties>
</file>